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Lost (truly lost): 295 (25%)
- New in 2026: 266
- Recovered: 30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lost): Too late for 2026. Q3 outreach to understand WHY they left -- diagnose the churn cycle.
August (55 lost):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16,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-12.4% organic
Structurally declining -- the sole driver of the net -12.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Lost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266 genuinely new events plus 30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lost (7%)  |  Youth Clinic: 4 lost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lost: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lost: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2026-05-17T05:40:01Z</dcterms:created>
  <dcterms:modified xsi:type="dcterms:W3CDTF">2026-05-17T05:40:01Z</dcterms:modified>
</cp:coreProperties>
</file>