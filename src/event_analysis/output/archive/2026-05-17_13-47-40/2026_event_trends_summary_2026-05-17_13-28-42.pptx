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1,165  |  Net: -13
By type:
- Adult Race: 823-&gt;822 (-1, -0.1%)
- Youth Race: 229-&gt;225 (-4, -1.7%)
- Adult Clinic: 97-&gt;84 (-13, -13.4%)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-13 net decline is entirely explained by Adult Clinic.
By type:
- Adult Race: 823-&gt;822 (-1, -0.1%)
- Youth Race: 229-&gt;225 (-4, -1.7%)
- Adult Clinic: 97-&gt;84 (-13, -13.4%)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(-19), Jul (-16), Feb (-9)
Best months:  Oct (+11), Jun (+10), Mar (+8)
Summer total: -35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-19, organic -19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-13.4%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123
- Lost (truly lost): 296 (25%)
- New in 2026: 265
- Recovered: 31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(-1.1%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-13.4%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-35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Growing (+5)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drives the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-13 is a modest headline but the composition tells the real story. Adult Clinic is down 13 events (-13.4%).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(-19)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-5.4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Genuine organic strength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+1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-11.8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Looks +4 raw -- actually -11.8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Genuine organic strength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(123 events, 10%) explains a small share of monthly net changes.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+4 masks -11.8 organic. Calendar effect was +15.8.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-35)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-11.0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-11.3%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-13.4% organic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-11.0 (-11.3%).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+5.6 (+19.4%) -- no calendar help required.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 -19.0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-11.8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Feb -9.0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(-13.4%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Rates -- selected months: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October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31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replacement: 296 new/recovered vs 296 truly lost -- 100% gross replacement.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296 of 1,178 2025 events (25%) did not return in any form. The portfolio added 265 genuinely new events plus 31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 and When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applications: 1,271 for 2025 vs 1,188 for 2026.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1,271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the structural decliner (-11.0 organic). Proactive outreach in the spontaneous-filing window can close part of the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is the organic leader (+5.6 organic, +19.4%). Fast-track approvals so momentum is not lost.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organizers in the spontaneous-filing window.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+7% (+24 in-yr apps) vs 2025 pace through May.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pipeline is running ahead of last year's pace through May.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181 events  -&gt;  2026: 165       Replacement: 38/49 = 78%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220 events  -&gt;  2026: 201       Replacement: 39/56 = 70%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8 lost (8%)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lost in 2025. Reach all known organizers; a 20% win-back recovers ~11 events.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 in 2025. Too late for 2026; outreach to understand WHY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around 50 events but replace roughly 94-93% of them organically -- the ecosystem is self-replenishing but not fast enough to fully offset churn. The net decline is a volume problem, not a demand collapse. The immediate action is August win-back outreach. The strategic action is diagnosing July's churn before Q4 planning.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2026-05-17T13:29:15Z</dcterms:created>
  <dcterms:modified xsi:type="dcterms:W3CDTF">2026-05-17T13:29:15Z</dcterms:modified>
</cp:coreProperties>
</file>