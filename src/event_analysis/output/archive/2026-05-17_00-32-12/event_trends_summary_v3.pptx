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15,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July &amp; August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July &amp; August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are both Adult Race and Youth Race driven -- not clinic-related.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(+10) and October (+11) are the two strongest months.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July or August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had ZERO change in weekend days (Sat or Sun) between 2025 and 2026. There is no calendar explanation for the summer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-10.0 organic (-10.3%)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+5.6 organic (+19.4%)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July &amp; August: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2026-05-17T00:26:30Z</dcterms:created>
  <dcterms:modified xsi:type="dcterms:W3CDTF">2026-05-17T00:26:30Z</dcterms:modified>
</cp:coreProperties>
</file>