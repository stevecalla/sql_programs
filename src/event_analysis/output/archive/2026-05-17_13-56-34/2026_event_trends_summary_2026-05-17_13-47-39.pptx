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1,165  |  Net: -13
By type:
- Adult Race: 823-&gt;822 (-1, -0.1%)
- Youth Race: 229-&gt;225 (-4, -1.7%)
- Adult Clinic: 97-&gt;84 (-13, -13.4%)
- Youth Clinic: 29-&gt;34 (+5, 17.2%)
Key theme: Adult Clinic is the largest absolute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-13 net change is largely explained by Adult Clinic (-13).
By type:
- Adult Race: 823-&gt;822 (-1, -0.1%)
- Youth Race: 229-&gt;225 (-4, -1.7%)
- Adult Clinic: 97-&gt;84 (-13, -13.4%)
- Youth Clinic: 29-&gt;34 (+5, 17.2%)
Talking point: If you set aside Adult Clinic, the rest of the portfolio is comparatively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(-19), Jul (-16), Feb (-9)
Best months:  Oct (+11), Jun (+10), Mar (+8)
Combined worst-two delta: -35
Calendar cover for those months: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Method: calendar effect = Δ(weekend days) × (year_a events ÷ year_a weekend days) for that month &amp; type.
July: cal expected 0.0, actual -16, organic -16.0
August: cal expected 0.0, actual -19, organic -19.0
No calendar alibi for the worst months -- fully organic.
Most misleading month: May -- raw +4 vs organic -11.8.
Holidays in 2025:
- New Year's: January 1, 2025 (Wed)
- Memorial Day: May 26, 2025 (Mon)
- July 4th: July 4, 2025 (Fri)
- Labor Day: September 1, 2025 (Mon)
- Thanksgiving: November 27, 2025 (Thu)
- Christmas: December 25, 2025 (Thu)
Holidays in 2026:
- New Year's: January 1, 2026 (Thu)
- Memorial Day: May 25, 2026 (Mon)
- July 4th: July 4, 2026 (Sat)
- Labor Day: September 7, 2026 (Mon)
- Thanksgiving: November 26, 2026 (Thu)
- Christmas: December 25, 2026 (Fri)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0.2%
- Youth Race: organic -1.2%
- Adult Clinic: organic -11.3%
- Youth Clinic: organic 19.4%
Structural decliners: Adult Clinic
Structural growers:   Youth Clinic
Best organic months:  Jun +33.2, Mar +13.4, Jan +5.8
Worst organic months: Aug -19.0, Jul -16.0, May -11.8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 123 (10%)
- Lost (truly lost): 296 (25%)
- Tried to Return: 13
- New in 2026: 265
- Recovered: 31
Gross replacement rate: 100%
Weakest replacement months: Nov 29%, Aug 70%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Highest-ROI outreach target: Adult Clinic (organic -11.3%).
Reinforce: Youth Clinic (organic +19.4%).
Other types track active counts -- monitor late-year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(-16): retained 115, lost 49, new 35, recovered 3. Replacement rate 78%.
August (-19): retained 147, lost 56, new 37, recovered 2. Replacement rate 70%.
Net change a VOLUME problem; the ecosystem replaces most of what it loses, but not all.
Action: outreach to the later worst month's organizers while they're still recruitable. Diagnose the earlier worst month for next-year planning.
Worst replacement months overall: Nov 29%, Aug 70%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(-1.1%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-13.4%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(Largest absolute decline (-13 events))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&amp; Aug -35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(Largest absolute gain (+5 events))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17,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Growing (+5)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drives the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-13 (-1.1%) is a modest headline but the composition tells the real story. Adult Clinic -13 (-13.4%). Growth: Youth Clinic +5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Changes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Youth Race, Adult Race, Youth Clinic, Adult Clinic.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strongest months.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(-19) and Jul (-16) are the biggest problem months. Meanwhile Oct (+11) and Jun (+10) are the standout performers. The pattern suggests concentrated losses.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-5.4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Genuine organic strength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+1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-11.8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Looks +4 raw -- actually -11.8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Genuine organic strength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(123 events, 10%) explains a small share of monthly net changes.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+4 masks -11.8 organic. Calendar effect was +15.8.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 and Aug -- both had flat weekend-day counts. The combined -35 from these months is fully organic. May is the most misleading month: looks +4 raw but -11.8 organic.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-11.0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-11.3%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-11.3% organic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-11.0 (-11.3%).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+19.4% organic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+5.6 (+19.4%) -- no calendar help required.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 -19.0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-11.8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Feb -9.0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(-11.3% organic). Adult Race and Youth Race are near-flat organically. Youth Clinic growing organically at +19.4%.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Rates -- selected months: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October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31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replacement: 296 new/recovered vs 296 truly lost -- 100% gross replacement.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1,178 2025 active events, 296 (25%) did not return in any form. 265 genuinely new events plus 31 recovered drove 2026 composition (100% gross replacement). Replacement weakest in Nov (29%) and Aug (70%).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 and When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applications: 1,271 for 2025 vs 1,188 for 2026.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1,271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the structural decliner (-11.0 organic). Proactive outreach in the spontaneous-filing window can close part of the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is the organic leader (+5.6 organic, +19.4%). Fast-track approvals so momentum is not lost.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organizers in the spontaneous-filing window.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+7% (+24 in-yr apps) vs 2025 pace through May.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the structural decliner (-11.3% organic) -- the highest-ROI outreach target. Youth Clinic is the organic leader (+19.4%) -- reinforce, don't rescue. Watch in-year (post-May) application volume to confirm trajectory.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partial -- the volume of churn is the problem more than the rate. The actionable target is August.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181 events  -&gt;  2026: 165       Replacement: 38/49 = 78%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220 events  -&gt;  2026: 201       Replacement: 39/56 = 70%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8 lost (8%)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lost in 2025. Reach all known organizers; a 20% win-back recovers ~11 events.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 in 2025. Too late for 2026; outreach to understand WHY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meaningful volume (combined -35 events) and only partially replace it -- replacement rates Aug 70%, Jul 78%. The net change is a volume problem, not a demand collapse. The actionable move: outreach to August organizers (the later of the two windows).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2026-05-17T13:48:14Z</dcterms:created>
  <dcterms:modified xsi:type="dcterms:W3CDTF">2026-05-17T13:48:14Z</dcterms:modified>
</cp:coreProperties>
</file>