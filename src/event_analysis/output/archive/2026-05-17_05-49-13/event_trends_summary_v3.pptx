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Lost (truly lost): 295 (25%)
- New in 2026: 266
- Recovered: 30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266 genuinely new events plus 30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lost (7%)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lost: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2026-05-17T05:46:34Z</dcterms:created>
  <dcterms:modified xsi:type="dcterms:W3CDTF">2026-05-17T05:46:34Z</dcterms:modified>
</cp:coreProperties>
</file>