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88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15,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14016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July &amp; August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5643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July &amp; August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170432"/>
        </p:xfrm>
        <a:graphic>
          <a:graphicData uri="http://schemas.openxmlformats.org/drawingml/2006/table">
            <a:tbl>
              <a:tblPr/>
              <a:tblGrid>
                <a:gridCol w="89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are both Adult Race and Youth Race driven -- not clinic-related.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(+10) and October (+11) are the two strongest months.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July or August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had ZERO change in weekend days (Sat or Sun) between 2025 and 2026. There is no calendar explanation for the summer declines -- they are fully organic.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578608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64592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-10.0 organic (-10.3%)
</a:t>
            </a: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+5.6 organic (+19.4%)
</a:t>
            </a: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566928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438656"/>
        </p:xfrm>
        <a:graphic>
          <a:graphicData uri="http://schemas.openxmlformats.org/drawingml/2006/table">
            <a:tbl>
              <a:tblPr/>
              <a:tblGrid>
                <a:gridCol w="95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676400"/>
        </p:xfrm>
        <a:graphic>
          <a:graphicData uri="http://schemas.openxmlformats.org/drawingml/2006/table">
            <a:tbl>
              <a:tblPr/>
              <a:tblGrid>
                <a:gridCol w="95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6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July &amp; August: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455420"/>
        </p:xfrm>
        <a:graphic>
          <a:graphicData uri="http://schemas.openxmlformats.org/drawingml/2006/table">
            <a:tbl>
              <a:tblPr/>
              <a:tblGrid>
                <a:gridCol w="138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4554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72390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640836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6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4800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84048" y="4617720"/>
            <a:ext cx="83210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2517</Words>
  <Application>Microsoft Office PowerPoint</Application>
  <PresentationFormat>On-screen Show (16:9)</PresentationFormat>
  <Paragraphs>433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Steve Calla</cp:lastModifiedBy>
  <cp:revision>2</cp:revision>
  <dcterms:created xsi:type="dcterms:W3CDTF">2026-05-17T00:32:35Z</dcterms:created>
  <dcterms:modified xsi:type="dcterms:W3CDTF">2026-05-17T00:50:35Z</dcterms:modified>
</cp:coreProperties>
</file>