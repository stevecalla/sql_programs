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Attrited (truly lost): 295 (25%)
- New in 2026: 263
- Recovered: 33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attrited): Too late for 2026. Q3 outreach to understand WHY they left -- diagnose the churn cycle.
August (55 attrited):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Aug &amp; Jul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Aug &amp; Jul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and Jul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Aug or Jul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and Jul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263 genuinely new events plus 33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Aug &amp; Jul: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attrited (7%)  |  Youth Clinic: 4 attrited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attrited: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attrited: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2026-05-17T00:56:18Z</dcterms:created>
  <dcterms:modified xsi:type="dcterms:W3CDTF">2026-05-17T00:56:18Z</dcterms:modified>
</cp:coreProperties>
</file>