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1,165  |  Net: -13
By type:
- Adult Race: 823-&gt;822 (-1, -0.1%)
- Youth Race: 229-&gt;225 (-4, -1.7%)
- Adult Clinic: 97-&gt;84 (-13, -13.4%)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-13 net decline is entirely explained by Adult Clinic.
By type:
- Adult Race: 823-&gt;822 (-1, -0.1%)
- Youth Race: 229-&gt;225 (-4, -1.7%)
- Adult Clinic: 97-&gt;84 (-13, -13.4%)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(-19), Jul (-16), Feb (-9)
Best months:  Oct (+11), Jun (+10), Mar (+8)
Summer total: -35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-19, organic -19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-13.4%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123
- Lost (truly lost): 296 (25%)
- New in 2026: 265
- Recovered: 31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(-1.1%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-13.4%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-35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17,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-13 is a modest headline but the composition tells the real story. Adult Clinic is down 13 events (-13.4%).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(-19)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-35)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-13.4% organic
Structurally declining -- the sole driver of the net -13.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(-13.4%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296 of 1,178 2025 events (25%) did not return in any form. The portfolio added 265 genuinely new events plus 31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2026-05-17T08:27:53Z</dcterms:created>
  <dcterms:modified xsi:type="dcterms:W3CDTF">2026-05-17T08:27:53Z</dcterms:modified>
</cp:coreProperties>
</file>