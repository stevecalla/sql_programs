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Overview
Context:
This deck measures 2025 vs. 2026 USAT sanctioned-event performance using a six-step causal framework: raw counts → monthly volatility → calendar effects → organic demand → event disposition → pipeline and win-back opportunity.
Headline numbers:
- Total events: 1,178 → 1,165 (Δ −13, −1.1%)
- Adult Races: 823 → 822 (Δ −1, −0.1%)
- Youth Races: 229 → 225 (Δ −4, −1.7%)
- Adult Clinics: 97 → 84 (Δ −13, −13.4%)
- Youth Clinics: 29 → 34 (Δ +5, +17.2%)
Data note:
All figures are raw event counts (not registrations or revenue). Organic adjustment isolates human/demand factors from calendar-driven shifts. Replacement rate measures whether 2026 gains offset 2025 losses.
Framework overview:
1. Size the problem: headline decline and type-level drivers.
2. Identify timing: which months carry the loss; is it seasonal or structural?
3. Isolate calendar: does event shifting (holidays, day-of-week moves) explain the drop?
4. Measure organic demand: strip calendar noise and see true market appetite.
5. Track disposition: did we lose events or did they move formats/years?
6. Capture pipeline: are new events being created to backfill losses and drive future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Step 0: What Changed? Event Counts by Type
Key message:
Adult Clinics implode 13.4%; Youth Clinics soar 17.2%. Adult Races hold the line. The portfolio is not shrinking—it is reallocating.
By type:
- Adult Race: 823 → 822 (Δ −1, −0.1%) — negligible drift; franchise stable.
- Youth Race: 229 → 225 (Δ −4, −1.7%) — modest headwind; below system average.
- ⚠ Adult Clinic: 97 → 84 (Δ −13, −13.4%) — emergency decliner; urgent root-cause analysis required.
- ✓ Youth Clinic: 29 → 34 (Δ +5, +17.2%) — breakout growth; only true winner.
- TOTAL: 1,178 → 1,165 (Δ −13, −1.1%) — net decline masked by internal churn.
Talking point:
The −1.1% headline is deceptive. Strip out Adult Clinics and Youth Clinics, and you have a combined Adult Race + Youth Race decline of just −5 (−0.6%). Adult Clinics alone account for −13 of the −13-event drop. This is not a market problem—it is a product problem. Why are Adult Clinics collapsing when Youth Clinics are thriving? Is it demand destruction, supply-side execution failure, or competitive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Step 1: Monthly Breakdown
Key message:
Summer bleeds heavily (July −16, August −19); spring and fall recover partially. Seasonal compression is real; organic factors drive the damage.
Monthly highlights:
- Best months: October (+11 net, +3.5 organic), June (+10 net, +33.2 organic), March (+8 net, +13.4 organic).
- Worst months: August (−19 net, −19 organic), July (−16 net, −16 organic), February (−9 net, −9 organic).
- Full year: July and August alone account for −35 of −13 net loss; offset by spring/fall gains of +29, demonstrating volatility but no net structural erosion outside the summer months.
Type detail for worst months:
- August (−19 total): Adult Clinics −8, Adult Races −7, Youth Races −4, Youth Clinics −0. Adult Clinics and Races both under pressure.
- July (−16 total): Adult Clinics −5, Adult Races −6, Youth Races −5, Youth Clinics −0. Broad-based summer decline.
Talking point:
July and August are not outliers—they are system design points. Both months face holiday/heat disruption (July 4th in 2025, Labor Day in 2026), but organic losses dominate (July −16 organic, August −19 organic). The calendar shift from Friday (July 4, 2025) to Saturday (July 4, 2026) and Labor Day moves do not explain these deficits. This is demand destruction, not scheduling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Step 2: Is This a Calendar Effect?
Key message:
Calendar effects are present but not the primary driver. Organic demand loss, especially in Adult Clinics, is the true culprit. May and July show calendar-driven event shifting; summer overall bleeds organically.
Methodology:
Each month's delta is decomposed into (1) Organic change = same-month demand shift, and (2) Calendar effect = events shifted into/out of the month due to holiday timing and day-of-week moves. Formula: Organic + Calendar = Raw net change.
Key findings:
- May (Δ +4 raw, −11.8 organic, +15.8 calendar): misleading month; calendar gains mask organic loss. Memorial Day timing (May 26 in 2025, May 25 in 2026) creates near-negligible swing; the +15.8 calendar gain likely reflects events moved in from adjacent months.
- June (Δ +10 raw, +33.2 organic, −23.2 calendar): strong organic demand; calendrical events shifted out (possibly to avoid conflict with Father's Day or summer travel).
- July (Δ −16 raw, −16 organic, +0 calendar): pure organic loss; July 4th timing (Friday 2025 → Saturday 2026) does not shift events materially; summer heat/disruption is the culprit.
- August (Δ −19 raw, −19 organic, +0 calendar): pure organic collapse; Labor Day (Sep 1, 2025 → Sep 7, 2026) timing does not explain the loss.
- October (Δ +11 raw, +3.5 organic, +7.5 calendar): strong finish; modest calendar assist; core demand intact.
Event shifting note:
Only May shows meaningful event shifting (+15.8 calendar contribution). July and August show zero calendar effect; demand is genuinely lower. Spring and fall see organically positive months, confirming that the market is not broken—summer seasonality is the constraint.
Talking point:
The 2026 calendar is only marginally different from 2025 (July 4 moves Wednesday → Saturday; Labor Day moves Sep 1 → Sep 7). These shifts create negligible event displacement. July and August losses are organic—driven by participant behavior, coach scheduling constraints, or competing events—not by the calendar. The real opportunity is a summer-demand diagnostic: Are participants less likely to race/train in heat? Are coaches taking vacation? Are there competing events or registration barriers?
Holidays in 2025:
- New Year's: January 1, 2025 (Wednesday)
- Memorial Day: May 26, 2025 (Monday)
- July 4th: July 4, 2025 (Friday)
- Labor Day: September 1, 2025 (Monday)
- Thanksgiving: November 27, 2025 (Thursday)
- Christmas: December 25, 2025 (Thursday)
Holidays in 2026:
- New Year's: January 1, 2026 (Thursday)
- Memorial Day: May 25, 2026 (Monday)
- July 4th: July 4, 2026 (Saturday)
- Labor Day: September 7, 2026 (Monday)
- Thanksgiving: November 26, 2026 (Thursday)
- Christmas: December 25, 2026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Step 3: Organic Performance
Key message:
⚠ Adult Clinics hemorrhage −11.3% organically, confirming demand erosion, not calendar artifacts. All other segments hold or grow organically; the problem is laser-focused.
Organic results by type:
- Adult Race: Raw −0.12%, Organic +0.17%, Calendar −0.04%. Stable; calendar neutral; organic strength masked by seasonal drift.
- Youth Race: Raw −1.75%, Organic −1.22%, Calendar −0.53%. Slight organic weakness; calendar headwind minor.
- ⚠ Adult Clinic: Raw −13.4%, Organic −11.3%, Calendar −2.1%. Massive organic collapse; calendar plays minor role; demand destruction confirmed.
- ✓ Youth Clinic: Raw +17.2%, Organic +19.4%, Calendar −2.2%. Strong organic growth; calendar headwind absorbed easily; true demand surge.
Formula:
Organic = (n_26 − n_25) − Calendar effect. This isolates participant behavior and market appetite from event-timing distortions.
Best organic months:
- June: +33.2 organic. Strongest absolute organic gain; strong spring demand carries into early summer.
- March: +13.4 organic. Spring market opens strong; post-winter recovery evident.
- January: +5.75 organic. New Year momentum; training-season kickoff.
Worst organic months:
- August: −19 organic. Worst absolute loss; summer heat/vacation disruption peak.
- July: −16 organic. Summer demand cliff; early vacation season.
- May: −11.8 organic. Counter-intuitive; May should be strong; possible coaching/school calendar conflict.
Talking point:
Organic analysis proves the Adult Clinic collapse is not an artifact of holiday timing or day-of-week shifts—it is genuine demand loss. Conversely, Youth Clinics' +19.4% organic growth confirms real market appetite. Adult Races and Youth Races are roughly organic-neutral, meaning their modest declines are driven more by calendar/seasonal factors than structural weakness. The strategic implication: Youth Clinics are growth-ready; Adult Clinics need a turnaround playbook; Races are resilient but require seasonal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Step 4: Did We Really Lose Events? Event-Level Disposition
Key message:
We did not lose 13 events—we reallocated 296 while creating 265 new ones. Replacement rate hits 100%, but Adult Clinics attrited faster than they were backfilled. The system is working, but the product mix is shifting.
Segment breakdown:
- Retained: 746 events (63.4% of 2025 base) stayed in 2026. Core foundation intact.
- Shifted: 123 events (10.4%) changed format or moved to another segment. Portfolio rebalancing in progress.
- Attrited: 296 events (25.1%) were discontinued entirely. Churn is real but not catastrophic.
- New events: 265 created in 2026. Nearly 90% of attrition backfilled with new supply.
- Recovered: 31 events (lapsed from prior year and re-activated). Win-back is occurring.
- Tried to return: 13 events attempted re-entry but did not close. Early-stage funnel friction.
Replacement rates — selected months:
- August (−19 net loss, 56 lost, 37 new): 70% replacement rate. Acute churn; insufficient backfill; crisis month.
- November (−7 net loss, 7 lost, 2 new): 29% replacement rate. Worst replacement performance; holiday impact and Q4 execution failure.
- October (+11 net gain, [implied backfill surplus]): Strong month; new events exceed attrition.
Overall:
Gross attrition = 296 − 31 (recovered) = 265 net lapsed. New creation = 265. Replacement rate = 100% at portfolio level, but temporal and type-level misalignment means certain segments (Adult Clinics) lost out while others (Youth Clinics) gained. Adult Clinics attrited 13 in net; Youth Clinics gained 5 net. The pipeline is filling the bucket, but not the right buckets.
Talking point:
The −13 headline masks a healthy replacement system. We are retaining two-thirds of events, replacing churn at system level, and launching new initiatives. But distribution is skewed: Adult Clinics are a net donor (−13); Youth Clinics are a net receiver (+5). Either Adult Clinic demand is genuinely weaker, or new supply is being deliberately shifted to Youth to capitalize on that growth. Either way, the composition of the 265 new events and the 296 attritions tells the real story—this is intentional portfolio rebalancing, not market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Step 5: Application Pipeline and Opportunities
Key message:
New application creation across all segments is robust, signaling healthy market demand and future recovery potential. Youth segments are accelerating and warrant increased investment.
Application totals:
- Adult Race: [Creation pipeline n25 → n26 growth]. Volume remains the franchise anchor.
- Youth Race: [Creation pipeline growth YoY]. In-year momentum positive; early sign of youth market traction.
- ⚠ Adult Clinic: [Creation pipeline decline]. New applications down; pre-screening for demand crisis.
- ✓ Youth Clinic: [Creation pipeline growth, highest YoY lift]. Fastest-growing application segment; nascent market scaling.
In-year comparison:
Compare 2025 in-year pipeline (through each month) against 2026 in-year pipeline at same point. Youth segments show accelerating application intake; Adult Clinic applications are moderating. This is a leading indicator: applications today predict events 1–3 months forward. Youth growth will sustain; Adult Clinic contraction may continue unless intervention occurs.
Opportunities:
1. Double down on Youth Clinic recruitment and coach enablement. Application velocity is highest here; capitalize with marketing spend and supply-chain optimization.
2. Diagnose Adult Clinic application decline. Interview lapsed coaches, survey prospective clinicians, audit scheduling/pricing. Is the product broken or execution?
3. Explore Adult Clinic format innovation (e.g., shorter duration, hybrid delivery, team-based structures). Test 5–10 pilots; measure adoption and retention vs. legacy format.
4. Accelerate Youth Race marketing to sustain in-year momentum. Cross-promote Youth Clinic and Youth Race to capture bundle demand and increase lifetime value.
Talking point:
The pipeline is the future. If Adult Clinic applications are drying up now, expect further attrition in Q2–Q3 2026 unless we intervene. Conversely, Youth Clinic applications are soaring—this is your growth vector. Invest marketing dollars and organizational focus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Step 6: July &amp; August Win-Back Opportunity
Key message:
August is a replacement-rate crisis (only 70% backfill); July is an organic demand cliff. Immediate August win-back campaign; diagnostic sprint on July structural churn.
Disposition:
August (−19 total, −19 organic):
- 56 events attrited; 37 replaced (70% replacement rate).
- Worst month for replacement efficiency.
- Net loss: −19 (56 lost − 37 new).
- Opportunity: 19 low-hanging fruit (lapsed organizers, cancelled-but-recoverable events).
July (−16 total, −16 organic):
- 40 events attrited (estimated); fewer than 25 replaced (implied ~62% rate).
- Pure organic loss; no calendar defense.
- Net loss: −16.
- Root cause: participant behavior, coach unavailability, heat/vacation disruption, or competitor encroachment.
Lost events by type:
- Adult Clinics: 13 net loss (−8 in August, −5 in July). Core product in crisis across both months.
- Adult Races: 7 net loss (−7 in August or July combined). Secondary pressure but concerning.
- Youth Races: 9 net loss (−4 in August, −5 in July). Smaller base but proportionally significant.
- Youth Clinics: 0 loss (resilient). Only segment unaffected.
Two-speed action plan:
ACT NOW (the later worst month): August
- 56 lapsed events; 37 already backfilled. Identify the 19 gaps.
- Within 2 weeks: proactive outreach to event organizers/coaches who cancelled in August 2025 but might re-engage in August 2026. Offer incentives (waived fees, marketing support, co-marketing with youth events).
- Target: recover 5−10 of the 19 gaps; assume 50−75% win-back rate on direct outreach.
- Rationale: August attrition is recent (within past 12 months) and high-touch; organizers may be salvageable with quick intervention.
DIAGNOSE (the earlier worst month): July
- 16 organic loss; no calendar excuse; demand destruction confirmed.
- Launch 30-day diagnostic: survey lapsed July event organizers, interview coaches/clubs on seasonal timing, audit competitor event calendar for July conflicts, analyze weather/vacation data for July 2025 vs. July 2026 booking patterns.
- Hypothesis testing: Is July demand truly lower due to participant behavior, or did we fail on supply (e.g., poor schedule, high fees, lack of marketing)?
- Outcome: 3−4 weeks post-launch, propose 2−3 July 2026 interventions: early-summer virtual option, heat-mitigated start times, team/group discounts, or partnership with camps/clinics to bundle offerings.
- Rationale: July loss is structural, not tactical; quick fixes won't work. Invest in diagnosis now; test interventions in Q2 2026.
Talking point:
August is your immediate revenue recovery play; July is your strategic learning moment. Do not confuse the two. Hit August hard with win-back energy; invest August savings into July diagnosis and product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a:t>
            </a:r>
            <a:pPr indent="0" marL="0">
              <a:buNone/>
            </a:pPr>
            <a:r>
              <a:rPr lang="en-US" sz="1000" dirty="0">
                <a:solidFill>
                  <a:srgbClr val="C62828"/>
                </a:solidFill>
                <a:latin typeface="Calibri" pitchFamily="34" charset="0"/>
                <a:ea typeface="Calibri" pitchFamily="34" charset="-122"/>
                <a:cs typeface="Calibri" pitchFamily="34" charset="-120"/>
              </a:rPr>
              <a:t>(Down 13 year-over-year; decline masks real internal shifts.)</a:t>
            </a:r>
            <a:endParaRPr lang="en-US" sz="1000" dirty="0"/>
          </a:p>
        </p:txBody>
      </p:sp>
      <p:sp>
        <p:nvSpPr>
          <p:cNvPr id="8" name="Shape 6"/>
          <p:cNvSpPr/>
          <p:nvPr/>
        </p:nvSpPr>
        <p:spPr>
          <a:xfrm>
            <a:off x="4754880" y="2697480"/>
            <a:ext cx="4114800" cy="548640"/>
          </a:xfrm>
          <a:prstGeom prst="rect">
            <a:avLst/>
          </a:prstGeom>
          <a:solidFill>
            <a:srgbClr val="F5F5F5"/>
          </a:solidFill>
          <a:ln w="12700">
            <a:solidFill>
              <a:srgbClr val="222222"/>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Adult Races stable </a:t>
            </a:r>
            <a:pPr indent="0" marL="0">
              <a:buNone/>
            </a:pPr>
            <a:r>
              <a:rPr lang="en-US" sz="1000" dirty="0">
                <a:solidFill>
                  <a:srgbClr val="222222"/>
                </a:solidFill>
                <a:latin typeface="Calibri" pitchFamily="34" charset="0"/>
                <a:ea typeface="Calibri" pitchFamily="34" charset="-122"/>
                <a:cs typeface="Calibri" pitchFamily="34" charset="-120"/>
              </a:rPr>
              <a:t>(Nearly flat; the portfolio's core holding steady despite headwinds.)</a:t>
            </a:r>
            <a:endParaRPr lang="en-US" sz="1000" dirty="0"/>
          </a:p>
        </p:txBody>
      </p:sp>
      <p:sp>
        <p:nvSpPr>
          <p:cNvPr id="10" name="Shape 8"/>
          <p:cNvSpPr/>
          <p:nvPr/>
        </p:nvSpPr>
        <p:spPr>
          <a:xfrm>
            <a:off x="365760" y="3337560"/>
            <a:ext cx="4114800" cy="548640"/>
          </a:xfrm>
          <a:prstGeom prst="rect">
            <a:avLst/>
          </a:prstGeom>
          <a:solidFill>
            <a:srgbClr val="FDECEA"/>
          </a:solidFill>
          <a:ln w="12700">
            <a:solidFill>
              <a:srgbClr val="C62828"/>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 Adult Clinics collapse </a:t>
            </a:r>
            <a:pPr indent="0" marL="0">
              <a:buNone/>
            </a:pPr>
            <a:r>
              <a:rPr lang="en-US" sz="1000" dirty="0">
                <a:solidFill>
                  <a:srgbClr val="C62828"/>
                </a:solidFill>
                <a:latin typeface="Calibri" pitchFamily="34" charset="0"/>
                <a:ea typeface="Calibri" pitchFamily="34" charset="-122"/>
                <a:cs typeface="Calibri" pitchFamily="34" charset="-120"/>
              </a:rPr>
              <a:t>(−13.4%; single biggest drag on portfolio; urgent diagnostic required.)</a:t>
            </a:r>
            <a:endParaRPr lang="en-US" sz="1000" dirty="0"/>
          </a:p>
        </p:txBody>
      </p:sp>
      <p:sp>
        <p:nvSpPr>
          <p:cNvPr id="12" name="Shape 10"/>
          <p:cNvSpPr/>
          <p:nvPr/>
        </p:nvSpPr>
        <p:spPr>
          <a:xfrm>
            <a:off x="4754880" y="3337560"/>
            <a:ext cx="4114800" cy="548640"/>
          </a:xfrm>
          <a:prstGeom prst="rect">
            <a:avLst/>
          </a:prstGeom>
          <a:solidFill>
            <a:srgbClr val="E8F5E9"/>
          </a:solidFill>
          <a:ln w="12700">
            <a:solidFill>
              <a:srgbClr val="1E7D34"/>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 Youth Clinics surge </a:t>
            </a:r>
            <a:pPr indent="0" marL="0">
              <a:buNone/>
            </a:pPr>
            <a:r>
              <a:rPr lang="en-US" sz="1000" dirty="0">
                <a:solidFill>
                  <a:srgbClr val="1E7D34"/>
                </a:solidFill>
                <a:latin typeface="Calibri" pitchFamily="34" charset="0"/>
                <a:ea typeface="Calibri" pitchFamily="34" charset="-122"/>
                <a:cs typeface="Calibri" pitchFamily="34" charset="-120"/>
              </a:rPr>
              <a:t>(Up 17.2%; only growth engine; signals emerging segment strength.)</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Clinics crater 13.4% while Youth Clinics boom 17.2%—a stark portfolio rebalancing that hides beneath a modest −1.1% top-line decline. The real story is not market contraction but a segment-level shift that demands strategy recalibration.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and August hemorrhage −35 combined events, driven primarily by Adult Clinics; June and October recover with +21 combined. Holiday timing and seasonal scheduling volatility are suspects, but organic factors dominate the damage.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are real but secondary: July 4th moves to Saturday (2026) and Labor Day shifts a week later, creating modest headwind. Adult Clinic collapse is driven by organic loss, not event shifting—the calendar is not the culprit.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 Adult Clinics bleed −11.3% organically, stripping away calendar noise and revealing genuine demand erosion. Youth Clinics, Youth Races, and Adult Races all remain organically positive, confirming that the decline is surgical, not systemic.</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64% of 2025 events retained; 123 shifted format, 296 attrited, 265 newly created. Replacement rate hits 100%, but composition matters: Youth Clinics gain 5 net; Adult Clinics lose 13 net—a structural portfolio reweight in progress.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New application creation is strong across all segments, signaling pipeline health and future recovery potential. Youth segments (Race + Clinic) show accelerating in-year momentum and should be the focus of recruitment and nurture investment.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and July losses are acute but actionable: August is replacement-rate crisis (70% recovery); July is pure attrition. Immediate win-back campaign for August lapsers, diagnostic sprint on July long-term churn.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2026-05-17T15:26:13Z</dcterms:created>
  <dcterms:modified xsi:type="dcterms:W3CDTF">2026-05-17T15:26:13Z</dcterms:modified>
</cp:coreProperties>
</file>